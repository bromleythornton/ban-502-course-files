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40" r:id="rId5"/>
    <p:sldId id="342" r:id="rId6"/>
    <p:sldId id="341" r:id="rId7"/>
    <p:sldId id="350" r:id="rId8"/>
    <p:sldId id="346" r:id="rId9"/>
    <p:sldId id="34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1" autoAdjust="0"/>
    <p:restoredTop sz="94660" autoAdjust="0"/>
  </p:normalViewPr>
  <p:slideViewPr>
    <p:cSldViewPr snapToGrid="0">
      <p:cViewPr varScale="1">
        <p:scale>
          <a:sx n="64" d="100"/>
          <a:sy n="64" d="100"/>
        </p:scale>
        <p:origin x="780" y="78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55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8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15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129675"/>
            <a:ext cx="10571998" cy="3366198"/>
          </a:xfrm>
        </p:spPr>
        <p:txBody>
          <a:bodyPr/>
          <a:lstStyle/>
          <a:p>
            <a:pPr lvl="0"/>
            <a:r>
              <a:rPr lang="en-US" sz="5400" noProof="0" dirty="0"/>
              <a:t>BAN 502</a:t>
            </a:r>
            <a:br>
              <a:rPr lang="en-US" sz="5400" noProof="0" dirty="0"/>
            </a:br>
            <a:r>
              <a:rPr lang="en-US" sz="5400" noProof="0" dirty="0"/>
              <a:t>Bromley Thornton</a:t>
            </a:r>
            <a:br>
              <a:rPr lang="en-US" sz="5400" noProof="0" dirty="0"/>
            </a:br>
            <a:r>
              <a:rPr lang="en-US" sz="5400" noProof="0" dirty="0"/>
              <a:t>Project Phase 1</a:t>
            </a:r>
            <a:br>
              <a:rPr lang="en-US" sz="5400" noProof="0" dirty="0"/>
            </a:br>
            <a:r>
              <a:rPr lang="en-US" sz="5400" noProof="0" dirty="0"/>
              <a:t>2/16/26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741064"/>
            <a:ext cx="6008242" cy="326275"/>
          </a:xfrm>
        </p:spPr>
        <p:txBody>
          <a:bodyPr/>
          <a:lstStyle/>
          <a:p>
            <a:pPr lvl="0"/>
            <a:r>
              <a:rPr lang="en-US" dirty="0"/>
              <a:t>Objectives…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2532532"/>
            <a:ext cx="10572000" cy="896468"/>
          </a:xfrm>
        </p:spPr>
        <p:txBody>
          <a:bodyPr/>
          <a:lstStyle/>
          <a:p>
            <a:pPr lvl="0"/>
            <a:r>
              <a:rPr lang="en-US" dirty="0"/>
              <a:t>In Phase 1, the mission is to take the given dataset and find potential predictors in failure. 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4451A-455C-F60D-71B8-0DCA004822D1}"/>
              </a:ext>
            </a:extLst>
          </p:cNvPr>
          <p:cNvSpPr txBox="1"/>
          <p:nvPr/>
        </p:nvSpPr>
        <p:spPr>
          <a:xfrm>
            <a:off x="6440557" y="3429000"/>
            <a:ext cx="47906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badi" panose="020F0502020204030204" pitchFamily="34" charset="0"/>
              </a:rPr>
              <a:t>This is done through focusing on…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Abadi" panose="020F0502020204030204" pitchFamily="34" charset="0"/>
              </a:rPr>
              <a:t>Understanding Distributions of Failure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Abadi" panose="020F0502020204030204" pitchFamily="34" charset="0"/>
              </a:rPr>
              <a:t>Finding Variables of Influence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Abadi" panose="020F0502020204030204" pitchFamily="34" charset="0"/>
              </a:rPr>
              <a:t>Sighting Quality Issues in Data</a:t>
            </a:r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BE8356-CC04-D525-BC04-127F0EED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- Much Less Fail Than Don’t Fail</a:t>
            </a:r>
            <a:br>
              <a:rPr lang="en-US" dirty="0"/>
            </a:br>
            <a:r>
              <a:rPr lang="en-US" dirty="0"/>
              <a:t>- Predictive Modeling Should be Straightforward for Overall Distribution in Phase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C01231-FB0C-AA50-E3BF-617193660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42615"/>
            <a:ext cx="5430008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06A7EF-7761-D387-D8B4-4FC939C8B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870" y="504052"/>
            <a:ext cx="9084365" cy="593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4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880FCDA-D9C5-629A-82D7-55380D42A3A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87585" y="466399"/>
            <a:ext cx="3904904" cy="2962601"/>
          </a:xfrm>
          <a:prstGeom prst="rect">
            <a:avLst/>
          </a:prstGeom>
          <a:effectLst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F19678-A531-F7A3-8B60-2B1A2182E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59" y="3638462"/>
            <a:ext cx="3912730" cy="27531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314ABB-A8EF-21F5-1D46-0BC9BE428C1C}"/>
              </a:ext>
            </a:extLst>
          </p:cNvPr>
          <p:cNvSpPr txBox="1"/>
          <p:nvPr/>
        </p:nvSpPr>
        <p:spPr>
          <a:xfrm>
            <a:off x="5546035" y="1451113"/>
            <a:ext cx="57050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Separation is evident here. There are many outliers for both “yes” and “no” responses to failure. This could be statistically significant and a potential predictor in phase 2.</a:t>
            </a:r>
          </a:p>
        </p:txBody>
      </p:sp>
    </p:spTree>
    <p:extLst>
      <p:ext uri="{BB962C8B-B14F-4D97-AF65-F5344CB8AC3E}">
        <p14:creationId xmlns:p14="http://schemas.microsoft.com/office/powerpoint/2010/main" val="4104434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ECA8A6-26C7-FE2F-5884-A9A56520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516" y="1433219"/>
            <a:ext cx="5695102" cy="77529"/>
          </a:xfrm>
        </p:spPr>
        <p:txBody>
          <a:bodyPr/>
          <a:lstStyle/>
          <a:p>
            <a:r>
              <a:rPr lang="en-US" dirty="0"/>
              <a:t>The Rundown…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8CCCEC06-31A4-216C-78F1-DF37E7A7CC3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377941-FDA2-9332-B360-A8C7279918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1689652"/>
            <a:ext cx="5683829" cy="4431045"/>
          </a:xfrm>
        </p:spPr>
        <p:txBody>
          <a:bodyPr>
            <a:normAutofit/>
          </a:bodyPr>
          <a:lstStyle/>
          <a:p>
            <a:pPr marL="285750" lvl="0" indent="-285750">
              <a:buFontTx/>
              <a:buChar char="-"/>
            </a:pPr>
            <a:r>
              <a:rPr lang="en-US" sz="2000" dirty="0"/>
              <a:t>Data quality is a little less than ideal. There are many missing variables. This will have to be taken care of in some fashion for phase 2 predictive work.</a:t>
            </a:r>
          </a:p>
          <a:p>
            <a:pPr marL="285750" lvl="0" indent="-285750">
              <a:buFontTx/>
              <a:buChar char="-"/>
            </a:pPr>
            <a:r>
              <a:rPr lang="en-US" sz="2000" dirty="0"/>
              <a:t>The most indicative or influential predictors appear to be “Loading”, “Measurement_5”, “Measurement_10” and even “Measurement_0” (which is not displayed in slides).</a:t>
            </a:r>
          </a:p>
        </p:txBody>
      </p:sp>
    </p:spTree>
    <p:extLst>
      <p:ext uri="{BB962C8B-B14F-4D97-AF65-F5344CB8AC3E}">
        <p14:creationId xmlns:p14="http://schemas.microsoft.com/office/powerpoint/2010/main" val="3937483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{E975CE29-9823-465A-86BB-BC98684C39F0}TF4e23ad37-c1a6-42e6-a6ec-6518d97eca9ec3cad5d6_win32-e4fb00466b0d</Template>
  <TotalTime>36</TotalTime>
  <Words>185</Words>
  <Application>Microsoft Office PowerPoint</Application>
  <PresentationFormat>Widescreen</PresentationFormat>
  <Paragraphs>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Abadi</vt:lpstr>
      <vt:lpstr>Aptos</vt:lpstr>
      <vt:lpstr>Arial</vt:lpstr>
      <vt:lpstr>Calibri</vt:lpstr>
      <vt:lpstr>Century Gothic</vt:lpstr>
      <vt:lpstr>Wingdings 2</vt:lpstr>
      <vt:lpstr>Quotable</vt:lpstr>
      <vt:lpstr>BAN 502 Bromley Thornton Project Phase 1 2/16/26</vt:lpstr>
      <vt:lpstr>Objectives…</vt:lpstr>
      <vt:lpstr>- Much Less Fail Than Don’t Fail - Predictive Modeling Should be Straightforward for Overall Distribution in Phase 2</vt:lpstr>
      <vt:lpstr>PowerPoint Presentation</vt:lpstr>
      <vt:lpstr>PowerPoint Presentation</vt:lpstr>
      <vt:lpstr>The Rundown…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bromley.thornton21@gmail.com</dc:creator>
  <cp:lastModifiedBy>bromley.thornton21@gmail.com</cp:lastModifiedBy>
  <cp:revision>1</cp:revision>
  <dcterms:created xsi:type="dcterms:W3CDTF">2026-02-17T04:10:17Z</dcterms:created>
  <dcterms:modified xsi:type="dcterms:W3CDTF">2026-02-17T04:46:21Z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