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7" r:id="rId6"/>
    <p:sldId id="275" r:id="rId7"/>
    <p:sldId id="278" r:id="rId8"/>
    <p:sldId id="279" r:id="rId9"/>
    <p:sldId id="280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1" autoAdjust="0"/>
    <p:restoredTop sz="94609" autoAdjust="0"/>
  </p:normalViewPr>
  <p:slideViewPr>
    <p:cSldViewPr snapToGrid="0">
      <p:cViewPr varScale="1">
        <p:scale>
          <a:sx n="64" d="100"/>
          <a:sy n="64" d="100"/>
        </p:scale>
        <p:origin x="780" y="7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2146852"/>
            <a:ext cx="4941771" cy="2833720"/>
          </a:xfrm>
        </p:spPr>
        <p:txBody>
          <a:bodyPr/>
          <a:lstStyle/>
          <a:p>
            <a:r>
              <a:rPr lang="en-US" dirty="0"/>
              <a:t>Product Failure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128591"/>
            <a:ext cx="4941770" cy="1729409"/>
          </a:xfrm>
        </p:spPr>
        <p:txBody>
          <a:bodyPr>
            <a:normAutofit/>
          </a:bodyPr>
          <a:lstStyle/>
          <a:p>
            <a:r>
              <a:rPr lang="en-US" dirty="0"/>
              <a:t>Bromley Thornton </a:t>
            </a:r>
          </a:p>
          <a:p>
            <a:r>
              <a:rPr lang="en-US" dirty="0"/>
              <a:t>1 March 2026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171825" cy="1325563"/>
          </a:xfrm>
        </p:spPr>
        <p:txBody>
          <a:bodyPr/>
          <a:lstStyle/>
          <a:p>
            <a:r>
              <a:rPr lang="en-US" dirty="0"/>
              <a:t>ABOUT 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main objectives of the analysis were to create predictive models that help tell if products will fail. </a:t>
            </a:r>
          </a:p>
          <a:p>
            <a:r>
              <a:rPr lang="en-US" dirty="0"/>
              <a:t>Focuses were cleaning the dataset, taking care of missing values, building predictive models, and selecting best approach. </a:t>
            </a:r>
          </a:p>
          <a:p>
            <a:r>
              <a:rPr lang="en-US" dirty="0"/>
              <a:t>The end goal is to increase quality and reduce losses in production.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5" y="444954"/>
            <a:ext cx="5111750" cy="1204912"/>
          </a:xfrm>
        </p:spPr>
        <p:txBody>
          <a:bodyPr/>
          <a:lstStyle/>
          <a:p>
            <a:r>
              <a:rPr lang="en-US" dirty="0"/>
              <a:t>Data Prep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1903412"/>
            <a:ext cx="5111750" cy="12049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Before modeling began, character variable were changed to categories, missing values were imputed, the dataset was split between 70% training and 30% testing and 3 way cross-validation was applied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224549-4CE8-1F84-CBE0-CFAB3998C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5" y="3202673"/>
            <a:ext cx="4315427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E164D-7696-3B89-63B6-F78387200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ADC4F-DA59-0B27-073B-729B7C3A1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Logistic Regression did the best out of the three models when compared. The AUC score of .583 was the highest and outperforms the others by a statistically significant amount. While Classification Tree and Random Forest did well, they were more limited.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92107D-608F-59D9-FAB5-BDC0E6EDF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875" y="2217734"/>
            <a:ext cx="6979098" cy="322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628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5945D-5BBF-EAD0-E652-55B39028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1828" y="238851"/>
            <a:ext cx="5431971" cy="846301"/>
          </a:xfrm>
        </p:spPr>
        <p:txBody>
          <a:bodyPr/>
          <a:lstStyle/>
          <a:p>
            <a:r>
              <a:rPr lang="en-US" dirty="0"/>
              <a:t>Key Predictors of Failure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41F51AE-E55D-EFF0-37BD-59EAFBDAF88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11E18A-891F-001D-D267-25E84B58F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782" y="1324685"/>
            <a:ext cx="6572391" cy="1552444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5C005A6-F973-D77B-4D3C-7E7A417DB93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67451" y="3429000"/>
            <a:ext cx="6460722" cy="2104315"/>
          </a:xfrm>
        </p:spPr>
        <p:txBody>
          <a:bodyPr>
            <a:normAutofit/>
          </a:bodyPr>
          <a:lstStyle/>
          <a:p>
            <a:r>
              <a:rPr lang="en-US" dirty="0"/>
              <a:t>-Loading is the most dominant Predictor.</a:t>
            </a:r>
          </a:p>
          <a:p>
            <a:r>
              <a:rPr lang="en-US" dirty="0"/>
              <a:t>- There are many other variables that have importance as well. The top ones are listed above.</a:t>
            </a:r>
          </a:p>
          <a:p>
            <a:r>
              <a:rPr lang="en-US" dirty="0"/>
              <a:t>-These variables show have the biggest influence on failure prediction.</a:t>
            </a:r>
          </a:p>
        </p:txBody>
      </p:sp>
    </p:spTree>
    <p:extLst>
      <p:ext uri="{BB962C8B-B14F-4D97-AF65-F5344CB8AC3E}">
        <p14:creationId xmlns:p14="http://schemas.microsoft.com/office/powerpoint/2010/main" val="1022765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D572D-1AC2-DF15-3B77-63A388CA5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946E4-49EF-E235-16F7-D3DFABF44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strongest predictor is loading. There are other measurements which increase defect probability. Material type and product configuration play a large role in reliability while being able to identify high-risk products can aid quality control.</a:t>
            </a:r>
          </a:p>
          <a:p>
            <a:r>
              <a:rPr lang="en-US" dirty="0"/>
              <a:t>By using modeling in production monitorization, manufacturing is smoother with the added ability to be able to identify potential problems before they occur. </a:t>
            </a:r>
          </a:p>
        </p:txBody>
      </p:sp>
    </p:spTree>
    <p:extLst>
      <p:ext uri="{BB962C8B-B14F-4D97-AF65-F5344CB8AC3E}">
        <p14:creationId xmlns:p14="http://schemas.microsoft.com/office/powerpoint/2010/main" val="3980410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393958"/>
            <a:ext cx="5652053" cy="1524735"/>
          </a:xfrm>
        </p:spPr>
        <p:txBody>
          <a:bodyPr/>
          <a:lstStyle/>
          <a:p>
            <a:r>
              <a:rPr lang="en-US" dirty="0"/>
              <a:t>Final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199" y="2087217"/>
            <a:ext cx="7086599" cy="3155047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Logistic Regression was the strongest AUC performer (.583).</a:t>
            </a:r>
          </a:p>
          <a:p>
            <a:pPr marL="285750" indent="-285750">
              <a:buFontTx/>
              <a:buChar char="-"/>
            </a:pPr>
            <a:r>
              <a:rPr lang="en-US" dirty="0"/>
              <a:t>This model gives sight into the most important driver of failure.</a:t>
            </a:r>
          </a:p>
          <a:p>
            <a:pPr marL="285750" indent="-285750">
              <a:buFontTx/>
              <a:buChar char="-"/>
            </a:pPr>
            <a:r>
              <a:rPr lang="en-US" dirty="0"/>
              <a:t>Loading, among other variables, should be most closely followed during the production process.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Use Logistic Regression as the main screening model for predicting failure. Model insights should be used to better guide targeted inspections and improve the production process.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{453F1A19-A8A6-4D1D-9093-19E28FFDE61C}TF1ed81438-95a7-4ae9-841d-43ea2c64f7fc8ae7ff09_win32-aa52a5bb69e3</Template>
  <TotalTime>71</TotalTime>
  <Words>325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Tenorite</vt:lpstr>
      <vt:lpstr>Monoline</vt:lpstr>
      <vt:lpstr>Product Failure Prediction</vt:lpstr>
      <vt:lpstr>ABOUT US</vt:lpstr>
      <vt:lpstr>Data Prep</vt:lpstr>
      <vt:lpstr>Model Comparison</vt:lpstr>
      <vt:lpstr>Key Predictors of Failure</vt:lpstr>
      <vt:lpstr>Business Implications</vt:lpstr>
      <vt:lpstr>Final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bromley.thornton21@gmail.com</dc:creator>
  <cp:lastModifiedBy>bromley.thornton21@gmail.com</cp:lastModifiedBy>
  <cp:revision>1</cp:revision>
  <dcterms:created xsi:type="dcterms:W3CDTF">2026-03-02T03:31:44Z</dcterms:created>
  <dcterms:modified xsi:type="dcterms:W3CDTF">2026-03-02T04:43:35Z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